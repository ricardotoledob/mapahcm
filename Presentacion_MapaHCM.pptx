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00B4A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0B4A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05840"/>
            <a:ext cx="54864" cy="3200400"/>
          </a:xfrm>
          <a:prstGeom prst="rect">
            <a:avLst/>
          </a:prstGeom>
          <a:solidFill>
            <a:srgbClr val="00B4A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4008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640080"/>
            <a:ext cx="155448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B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del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58368" y="2148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Clínico Magallanes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58368" y="29077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Lautaro Navarro Avaria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8368" y="3401568"/>
            <a:ext cx="4114800" cy="36576"/>
          </a:xfrm>
          <a:prstGeom prst="rect">
            <a:avLst/>
          </a:prstGeom>
          <a:solidFill>
            <a:srgbClr val="00B4AA">
              <a:alpha val="6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58368" y="354787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2.0 — Estado actual del sistema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Tecnologías de la Información y Comunicaciones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Salud Magallanes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hoy — en números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430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430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216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20040" y="1856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185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 y verificadas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54680" y="11430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1430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2" name="Text 9"/>
          <p:cNvSpPr/>
          <p:nvPr/>
        </p:nvSpPr>
        <p:spPr>
          <a:xfrm>
            <a:off x="3154680" y="1216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154680" y="1856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mapeados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2185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foto, horario y descripción real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11430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11430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12161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5989320" y="1856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Pisos navegables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21854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Baja + 4 pisos superiores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29718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29718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3044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32004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Idiomas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· English · Português · Deutsch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54680" y="29718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54680" y="29718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7" name="Text 24"/>
          <p:cNvSpPr/>
          <p:nvPr/>
        </p:nvSpPr>
        <p:spPr>
          <a:xfrm>
            <a:off x="3154680" y="3044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315468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Entradas reales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246120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rutas y fotos de cada acceso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89320" y="2971800"/>
            <a:ext cx="2560320" cy="16002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9320" y="2971800"/>
            <a:ext cx="2560320" cy="640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32" name="Text 29"/>
          <p:cNvSpPr/>
          <p:nvPr/>
        </p:nvSpPr>
        <p:spPr>
          <a:xfrm>
            <a:off x="5989320" y="3044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598932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 reales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80760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tomadas en terreno e integradas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Interfaz — Navegación y búsqueda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idiomas en tiempo 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/ EN / PT / DE. Toda la interfaz, contenidos, filtros y horarios cambian instantáneamente.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4241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5780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Buscador instantáneo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1261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nombre, categoría, descripción y tags. Respuesta inmediata mientras se escribe.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 por categoría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21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· 24 horas · Ambulatorio · Diagnóstico · Atención al paciente · Piso actual.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00253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🗂️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pisos navegables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221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por piso con sidebar de servicios, badges de horario y selección directa.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Modo oscuro permanente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1821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siempre en modo oscuro. El usuario puede cambiar a modo claro con un toque.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962656"/>
            <a:ext cx="365760" cy="365760"/>
          </a:xfrm>
          <a:prstGeom prst="ellipse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niveles de accesibilidad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31821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Letra grande (+28%) · Alto contraste. Cumple estándar WCAG AA.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y sistema de rutas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2161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reales del hospital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08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planos SVG vectoriales — Planta Baja (Edif. A, B, C) + Pisos 2, 3–4 y 5 Edificio B.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🚪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13248" y="12161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entradas con foto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1508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Edif. A · Edif. C · Emergencias · Psiquiatría. Foto de 4 segundos al seleccionar.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8408" y="2450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Rutas animadas por pasillo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27432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punteada teal con flecha en destino. Trazadas por los pasillos exteriores reales.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⏱️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13248" y="2450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+ minutos caminando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13248" y="27432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aproximados medidos en terreno y tiempo estimado (80 pasos/min) desde cada entrada.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1188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��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" y="36850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mini al trazar ruta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3977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se colapsa al activar la ruta para no tapar el mapa. Se restaura al ocultarla.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1556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64008" cy="111556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13248" y="36850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Rutas recalculadas por entrada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13248" y="3977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cambiar entrada, los pasos y la ruta se actualizan automáticamente.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de información — 5 pestañas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591056" cy="347472"/>
          </a:xfrm>
          <a:prstGeom prst="rect">
            <a:avLst/>
          </a:prstGeom>
          <a:solidFill>
            <a:srgbClr val="00B4A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87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ℹ️ Info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Foto real del servicio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938528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Descripción y horario actual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41401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Especialidades desglosadas (chips)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8895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Tip específico para el paciente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3649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Teléfono directo + botón llamar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84048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Link a Portal del Paciente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39112" y="987552"/>
            <a:ext cx="1591056" cy="347472"/>
          </a:xfrm>
          <a:prstGeom prst="rect">
            <a:avLst/>
          </a:prstGeom>
          <a:solidFill>
            <a:srgbClr val="C9A84C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39112" y="987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Requisitos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39112" y="14630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Qué necesito traer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39112" y="1938528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Orden médica, ayuno, derivación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9112" y="241401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Tipo de paciente que atiende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39112" y="28895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los 4 idiomas del sistema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58184" y="987552"/>
            <a:ext cx="1591056" cy="347472"/>
          </a:xfrm>
          <a:prstGeom prst="rect">
            <a:avLst/>
          </a:prstGeom>
          <a:solidFill>
            <a:srgbClr val="E0906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987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Visitas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58184" y="14630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Solo aparece en hospitalizados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58184" y="1938528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Horario exacto de visitas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58184" y="241401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Límite de visitantes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58184" y="28895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Tips para acompañantes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77256" y="987552"/>
            <a:ext cx="1591056" cy="347472"/>
          </a:xfrm>
          <a:prstGeom prst="rect">
            <a:avLst/>
          </a:prstGeom>
          <a:solidFill>
            <a:srgbClr val="60C0E0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77256" y="987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Afluencia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77256" y="14630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Gráfico de barras por hora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77256" y="1938528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7:00–22:00 estimado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7256" y="241401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Verde=poco · Teal=moderado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77256" y="28895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Para elegir el mejor horario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96328" y="987552"/>
            <a:ext cx="1591056" cy="347472"/>
          </a:xfrm>
          <a:prstGeom prst="rect">
            <a:avLst/>
          </a:prstGeom>
          <a:solidFill>
            <a:srgbClr val="C090E0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96328" y="987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QR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96328" y="146304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QR único por cada servicio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96328" y="1938528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Apunta a mapahcm.dssm.cl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96328" y="2414016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paciente lo guarda en su celular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96328" y="28895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 necesidad de volver a buscar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 útil para el paciente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161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⏱️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066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Cuenta regresiva de cierre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«Cierra en 23 min» — aparece cuando quedan menos de 60 minutos. Se actualiza cada minuto.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2161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75504" y="1143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Minutos caminando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75504" y="13990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los pasos en minutos reales (≈ 2 min). Más intuitivo para adultos mayores.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del Paciente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" y="2313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directo a portalpaciente.dssm.cl en SOME, CAE Adulto, CAE Infantil, CAE Mujer y Pensionado.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305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específicos por servicio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75504" y="2313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tiene información práctica: ayuno requerido, horario óptimo, documentos necesarios.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Carta de Derechos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" y="32278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en 1 toque desde OIRS y SOME. Obligación legal de difusión que el mapa cumple.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0449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75504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Teléfonos directos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5504" y="32278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real + botón «Llamar» que abre el marcador del celular directamente.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9593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Transporte al hospital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 urbanas (8 líneas), autobuses (6 líneas) y horarios rurales Río Seco y Ojo Bueno.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959352"/>
            <a:ext cx="329184" cy="329184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75504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 práctica del recinto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75504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gratuito, baños por piso, ascensores, estacionamiento, cafetería, SAMU: 131.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Diseñado para todos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1556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Adultos mayores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99339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6654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grande activable con 1 toque. Botones grandes. Texto claro. Alto contraste.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18688" y="111556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10128" y="164592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Pacientes de otras regiones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41648" y="199339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206654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Multiidioma EN/PT/DE. Para turistas y derivados del exterior que no hablan español.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00584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11556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👨‍👩‍👧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164592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Familias y acompañantes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86016" y="199339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206654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visita visibles sin buscar. Tips específicos para familiares de hospitalizados.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08152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 con discapacidad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395935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3250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AA, 3 niveles de accesibilidad. Navegación sin mouse. Compatible con lectores.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97180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18688" y="308152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10128" y="3611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Pacientes en estrés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41648" y="395935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403250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simple. Sin tecnicismos. Sin pasos innecesarios. Foto del lugar antes de llegar.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715768" cy="1792224"/>
          </a:xfrm>
          <a:prstGeom prst="rect">
            <a:avLst/>
          </a:prstGeom>
          <a:solidFill>
            <a:srgbClr val="1A3058"/>
          </a:solidFill>
          <a:ln w="12700">
            <a:solidFill>
              <a:srgbClr val="00B4A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63056" y="3081528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54496" y="3611880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instalación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86016" y="3959352"/>
            <a:ext cx="1069848" cy="36576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254496" y="4032504"/>
            <a:ext cx="2532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celular, tablet o PC. Sin instalar nada. Sin crear cuenta.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y modalidades de despliegue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4864" cy="502920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 · CSS3 · JavaScript puro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archivo de 905 KB. Sin frameworks, sin dependencias, sin servidor.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54864" cy="502920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fotos reales en base64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Integradas directamente. Funcionan sin conexión a internet.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55264"/>
            <a:ext cx="54864" cy="502920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SVG vectoriales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Escalables sin pérdida en cualquier resolución y pantalla.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59936"/>
            <a:ext cx="54864" cy="502920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59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Funcionamiento 100% offline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159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instalar en intranet, tótem o USB. Sin depender de internet.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5720" cy="3840480"/>
          </a:xfrm>
          <a:prstGeom prst="rect">
            <a:avLst/>
          </a:prstGeom>
          <a:solidFill>
            <a:srgbClr val="00B4AA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Modalidades de uso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700784"/>
            <a:ext cx="402336" cy="402336"/>
          </a:xfrm>
          <a:prstGeom prst="ellipse">
            <a:avLst/>
          </a:prstGeom>
          <a:solidFill>
            <a:srgbClr val="00B4AA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58384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Celular / QR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58384" y="19019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 cada entrada. El paciente escanea y accede al mapa directamente.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505456"/>
            <a:ext cx="402336" cy="402336"/>
          </a:xfrm>
          <a:prstGeom prst="ellipse">
            <a:avLst/>
          </a:prstGeom>
          <a:solidFill>
            <a:srgbClr val="00B4AA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🖥️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58384" y="2450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Tótem de autoatención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27066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 90 seg. Tecla Escape y clic fuera cierran paneles.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310128"/>
            <a:ext cx="402336" cy="402336"/>
          </a:xfrm>
          <a:prstGeom prst="ellipse">
            <a:avLst/>
          </a:prstGeom>
          <a:solidFill>
            <a:srgbClr val="00B4AA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58384" y="3255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Tablet institucional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58384" y="3511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OIRS y Admisión para orientar al paciente en recepción.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114800"/>
            <a:ext cx="402336" cy="402336"/>
          </a:xfrm>
          <a:prstGeom prst="ellipse">
            <a:avLst/>
          </a:prstGeom>
          <a:solidFill>
            <a:srgbClr val="00B4AA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58384" y="4059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 / Intranet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58384" y="43159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la red interna del hospital para personal.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viene en la versión 3.0?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66420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73152" cy="16642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Buscador por síntoma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«Me duele el pecho» → Emergencia + Cardiología. El mayor impacto para adultos mayores que no conocen el nombre técnico del servicio.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6420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6642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19472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Planos arquitectónicos reales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los planos actuales por los planos técnicos oficiales del hospital para orientación milimétrica.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14800" cy="166420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63240"/>
            <a:ext cx="73152" cy="1664208"/>
          </a:xfrm>
          <a:prstGeom prst="rect">
            <a:avLst/>
          </a:prstGeom>
          <a:solidFill>
            <a:srgbClr val="00B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anónimos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qué servicios se buscan más, sin datos personales. Permite reforzar señalética física donde más se necesita.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64208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63240"/>
            <a:ext cx="73152" cy="16642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Compartir por WhatsApp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que envía la ubicación del servicio al celular de un familiar para guiarlo desde fuera del hospital.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00B4A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AA">
              <a:alpha val="1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097280"/>
            <a:ext cx="54864" cy="2834640"/>
          </a:xfrm>
          <a:prstGeom prst="rect">
            <a:avLst/>
          </a:prstGeom>
          <a:solidFill>
            <a:srgbClr val="00B4A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6576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65760"/>
            <a:ext cx="146304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hospital que orienta,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4F8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también sana.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658368" y="27432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funcionalidades implementadas. 26 servicios mapeados.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idiomas. 5 entradas. 100% offline. Publicado en mapahcm.dssm.cl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58368" y="3621024"/>
            <a:ext cx="4572000" cy="36576"/>
          </a:xfrm>
          <a:prstGeom prst="rect">
            <a:avLst/>
          </a:prstGeom>
          <a:solidFill>
            <a:srgbClr val="00B4AA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376732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Tecnologías de la Información y Comunicaciones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· Servicio de Salud Magallanes · mapahcm.dssm.cl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Interactivo HCM — v2.0</dc:title>
  <dc:subject>PptxGenJS Presentation</dc:subject>
  <dc:creator>Depto. TICs — Servicio de Salud Magallanes</dc:creator>
  <cp:lastModifiedBy>Depto. TICs — Servicio de Salud Magallanes</cp:lastModifiedBy>
  <cp:revision>1</cp:revision>
  <dcterms:created xsi:type="dcterms:W3CDTF">2026-05-03T18:33:47Z</dcterms:created>
  <dcterms:modified xsi:type="dcterms:W3CDTF">2026-05-03T18:33:47Z</dcterms:modified>
</cp:coreProperties>
</file>